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ellular-cosmetics.com/" TargetMode="External"/><Relationship Id="rId3" Type="http://schemas.openxmlformats.org/officeDocument/2006/relationships/hyperlink" Target="https://atalieneskincare.com/" TargetMode="External"/><Relationship Id="rId4" Type="http://schemas.openxmlformats.org/officeDocument/2006/relationships/hyperlink" Target="https://www.pravadaprivatelabel.com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harmaloz.com/" TargetMode="External"/><Relationship Id="rId3" Type="http://schemas.openxmlformats.org/officeDocument/2006/relationships/hyperlink" Target="https://www.alibaba.com/showroom/oral-care-manufacturers.html" TargetMode="External"/><Relationship Id="rId4" Type="http://schemas.openxmlformats.org/officeDocument/2006/relationships/hyperlink" Target="https://www.alibaba.com/supplier/breath-spray-wholesaler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oxnutrition.com/" TargetMode="External"/><Relationship Id="rId3" Type="http://schemas.openxmlformats.org/officeDocument/2006/relationships/hyperlink" Target="https://aurinutra.com/custom-supplement-manufacturing-services-in-new-york/" TargetMode="External"/><Relationship Id="rId4" Type="http://schemas.openxmlformats.org/officeDocument/2006/relationships/hyperlink" Target="https://customnutra.com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gpharmaceutical.com/products/nausea-relief-softgels-white-label-ginger-magnesium-vitamin-b6-private-label-softgels-manufacturer" TargetMode="External"/><Relationship Id="rId3" Type="http://schemas.openxmlformats.org/officeDocument/2006/relationships/hyperlink" Target="https://www.alibaba.com/showroom/gingerbon-candy.html" TargetMode="External"/><Relationship Id="rId4" Type="http://schemas.openxmlformats.org/officeDocument/2006/relationships/hyperlink" Target="https://www.alibaba.com/showroom/ginger-chew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ogubio.com/dietary-supplement/" TargetMode="External"/><Relationship Id="rId3" Type="http://schemas.openxmlformats.org/officeDocument/2006/relationships/hyperlink" Target="https://www.nutribl.com/" TargetMode="External"/><Relationship Id="rId4" Type="http://schemas.openxmlformats.org/officeDocument/2006/relationships/hyperlink" Target="https://customnutra.com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memo ·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MVP supplier shortlist · 5 side effects · 15 vendors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Who should </a:t>
            </a:r>
            <a:r>
              <a:rPr sz="5600" b="0" i="1">
                <a:solidFill>
                  <a:srgbClr val="1A1512"/>
                </a:solidFill>
                <a:latin typeface="Cormorant Garamond"/>
              </a:rPr>
              <a:t>actually</a:t>
            </a:r>
            <a:r>
              <a:rPr sz="5600" b="0" i="0">
                <a:solidFill>
                  <a:srgbClr val="1A1512"/>
                </a:solidFill>
                <a:latin typeface="Cormorant Garamond"/>
              </a:rPr>
              <a:t> make</a:t>
            </a:r>
          </a:p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the first 100 units?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Three white-label suppliers per side effect — every one passes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the MOQ ≤100 / total MOQ &lt;$250 gate so we can test market pull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before committing capital.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6858000" cy="5029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77900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FIVE PROBLEMS  </a:t>
            </a:r>
            <a:r>
              <a:rPr sz="950" b="0" i="0">
                <a:solidFill>
                  <a:srgbClr val="1A1512"/>
                </a:solidFill>
                <a:latin typeface="IBM Plex Sans"/>
              </a:rPr>
              <a:t>Ozempic face · Halitosis · Hair loss · Nausea · Nutrient depletion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For Zachary Poll · Prepared 2026-05-03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How every supplier on the next 10 slides was filtered.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MOQ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Minimum order quantity ≤ 100 units OR total MOQ spend &lt; $250. This is the cash-outlay ceiling that lets us run a real market test on each side effect without committing &gt;$1,500 of inventory capital.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BRANDING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8056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Supplier must be white-label / private-label capable: Aplomb's name, label, dropper/bottle, and INCI (where required) on the finished good. No co-branded retail products, no contract-manufacturer-of-record disclosure required.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SOFT GATE — EFFICACY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8388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8388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Alleviation score ≥ 60 / 100 against the specific side effect. Score is a weighted blend: 40% clinical evidence for the active(s), 25% product specificity, 25% supplier reputation, 10% regulatory cleanliness.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ALLEVIATION SCORE — RUBRIC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5285232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413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40%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clinical evidence for the active ingredients on this side effect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product specificity (targeted blend &gt; generic)    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supplier reputation (years operating, certifications, reviews)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10%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regulatory cleanliness (no FDA warning letters, ingredients GRAS / OTC-legal)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Ozempic 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Rapid weight loss on GLP-1s (15–20% body mass in 6–12 months) depletes facial fat pads faster than skin can retract, producing the gaunt, hollow, prematurely-aged look popularized as 'Ozempic face'.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Subcutaneous fat loss in malar, temporal and buccal pads (volume depletion).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Concurrent collagen / elastin loss from caloric restriction (dermal thinning).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glycation activity but accelerated visible aging (barrier + GAG drop).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Topical peptide serums (Matrixyl 3000, GHK-Cu, SNAP-8) — stimulate collagen + reduce fine lines.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Hyaluronic acid serums + ceramide moisturizers — restore barrier and apparent volume.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Retinoid analogs (HPR, retinaldehyde) — accelerate dermal remodeling without Rx.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SPF 30+ daily — UV is the largest modifiable amplifier of GLP-1-driven skin aging.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Ozempic Face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Cellular Cosmetics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cellular-cosmetics.com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Peptide serum w/ Matrixyl 3000 + Synthe'6, shelf-ready, dropper-bottle filled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84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Australia. ONLY vendor with published INCI. 10-unit MOQ ideal for sampling. 4–8 day lead. Budget freight to 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Ataliene Skincare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atalieneskincare.com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4-peptide anti-aging serum + HA + botanicals; USA-filled, esthetician-grade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$27.50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$330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76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USA mfr, fastest reorders (2 wk). $50 label set-up per SKU. INCI not published — request before order.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Pravada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pravadaprivatelabel.com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Peptide+ Firming Serum (5 unnamed peptides); 70% organic; R&amp;D customization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$39.00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$1,950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Canada. 20-yr salon/spa heritage. Scales 50 → 200K units. INCI opaque but peptides swappable on request.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84/100 · MOQ 10 · $25.00/unit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Halitosis ("Ozempic breath")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~30% of Ozempic users self-report bad breath (ADA 2025). Three converging mechanisms: hyposalivation (dry mouth), ketosis-driven acetone breath, and gastric stasis fermentation. Persistent while on the drug.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Hyposalivation: GLP-1 receptor activity in salivary glands reduces flow → less buffering of oral bacteria.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Ketosis: caloric deficit → acetone + isoprene exhalation (fruity / metallic odor).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Gastric stasis: delayed emptying → fermentation gases (eructation in ~9% per Novo's STEP-1).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Zinc gluconate / acetate lozenges — neutralize volatile sulfur compounds (VSCs) at the source.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Xylitol mints / gum — stimulate saliva, inhibit S. mutans biofilm.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Chlorhexidine 0.12% rinses (short courses) — reduce anaerobic load (Rx in some markets, OTC elsewhere).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S. salivarius K12 oral probiotics — repopulate competitive flora.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Halitosis ("Ozempic breath")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Pharmaloz Manufacturing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pharmaloz.com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Custom zinc + xylitol lozenge — 35-yr US lozenge CDMO; cGMP; PA-based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published MOQ is by quote; pilot run of 100 negotiable. ProPhase Labs subsidiary, FDA-registered, organic + kosher cert. Premium US option.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Hanyutang (Alibaba)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alibaba.com/showroom/oral-…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OEM zinc lozenge / xylitol mint, private-label packaging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China — accepts MOQ 100 at slightly higher unit price. Verify specific seller via Alibaba; multiple Hanyutang-branded sellers exist in this category.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Llrn Personal Care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alibaba.com/supplier/breat…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Breath spray (xylitol + mint) + zinc lozenge OEM;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Shenzhen-based oral-care OEM. Lowest cash outlay. Format leans spray/mint; lozenge available on custom run. Verify zinc/xylitol spec sheet before order.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78/100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Hair Loss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Telogen effluvium — diffuse shedding 2–4 months after rapid weight loss begins. Affects ~6–13% of GLP-1 users (Shah 2024). Compounded by reduced protein/micronutrient intake under appetite suppression.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Stress shock from rapid caloric deficit shifts hair follicles from anagen to telogen phase prematurely.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Sub-clinical iron, zinc, vitamin D, B12 deficiencies common under reduced food intake.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/ amino-acid building blocks (cysteine, methionine) drop with low-protein eating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Biotin (5–10 mg/day) — supports keratin synthesis; strongest evidence in deficient subjects.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peptides (10g/day) — provide hair-building amino acids.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Iron + vitamin C (in deficient subjects only — test first).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Saw palmetto + DHT-related blends — emerging evidence for androgenetic component.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Hair Loss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Vox Nutrition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voxnutrition.com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Custom biotin + marine collagen capsule; NSF + FDA + cGMP + Organic certified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$4.50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Utah-based US private-label specialist. 7–10 day turnaround. Only US supplier with publicly stated &lt;100 MOQ for biotin+collagen blend. Best-in-class certifications.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Auri Nutra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aurinutra.com/custom-suppl…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Beauty stack: biotin + marine collagen + hyaluronic acid capsule, custom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NY cGMP facility; startup-friendly. Beauty category specialty (collagen/biotin/HA). MOQ 100 passes gate; total &gt;$250 — relies on MOQ leg of the OR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Biotin + collagen capsule (250+ stock blends); custom B-vitamin add-on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$120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Lowest published stock-formula MOQ (48). Custom (vs stock) blends jump to 1,000+ MOQ. Stock biotin/collagen blend works for an MVP test.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72/100 · MOQ 50 · $4.50/unit · total $225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Nausea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The single most common GLP-1 side effect — ~24–44% of users experience nausea, especially during dose escalation. Driven by delayed gastric emptying. Most-cited reason for discontinuation in the first 8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agonists slow gastric emptying by 30–70% — food sits longer, distends the stomach, triggers vagal nausea signals.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Central CNS effects on the area postrema also contribute (same brainstem region as motion sickness).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Worst during titration (week 1–2 of each dose step); tolerance often develops over 4–8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Ginger root (1–1.5 g/day) — RCT-validated for chemo, pregnancy, and post-op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Vitamin B6 (pyridoxine, 25–75 mg) — first-line for morning sickness; synergistic with ginger.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Acupressure wristbands (P6 / Nei-Kuan) — FDA-cleared Class I device for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Peppermint oil / lozenges — modest relief via anti-spasmodic effect on gastric muscle.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Nausea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ING Pharmaceutical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ingpharmaceutical.com/prod…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Nausea Relief Softgel — Ginger Root 67mg + B6 1.4mg + Mg carbonate (ready formula)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82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MOQ negotiable; ready-to-fill formula exact-match for GLP-1 nausea positioning. 300+ brands served. Phone (786) 518-2903. FDA-grade softgel.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Gingerbon (Alibaba sourced)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Vietnamese ginger candy chew, private-label wrap; B6 add-on possible on custom run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 confectioner via Alibaba. Traditional ginger chew; well-tolerated; B6 not in stock blend — request custom for nausea positioning. Confirm specific seller before PO.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Generic Asian ginger chew (Alibaba)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Private-label ginger chew, custom B6 + ginger blend; 66 suppliers in category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147 ginger chew SKUs across 66 suppliers (most China). Request RFQ from 3-5 sellers; pick best MOQ + B6 spec. ISO9001 + HACCP common.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82/100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Nutrient Depletion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Reduced caloric intake (often 1,000–1,200 kcal/day) creates predictable micronutrient gaps. ~13–22% of GLP-1 users develop documented deficiencies. Compounds the muscle-loss and hair-thinning problems.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food volume → reduced intake of B12, magnesium, potassium, vitamin D, K2, iodine.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Loss of food preferences (anhedonia) further narrows the nutrient base actually consumed.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receptor activity in pancreas + gut may reduce absorption efficiency for some micronutrients.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GLP-1-targeted multivitamin: B-complex (esp. B12 methylcobalamin), Mg glycinate, K2 (MK-7), D3.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Electrolyte sticks (Na + K + Mg) — counter the hypovolemia / lightheadedness common in week 1–4.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Whey or plant protein shakes (20–30g) — supplement protein intake (often &lt;60g/day on GLP-1).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Comprehensive labs (CBC, CMP, B12, vit D, ferritin) every 3–6 months while on therapy.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Nutrient Depletion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1597"/>
                <a:gridCol w="1432674"/>
                <a:gridCol w="1894827"/>
                <a:gridCol w="600798"/>
                <a:gridCol w="785660"/>
                <a:gridCol w="924306"/>
                <a:gridCol w="693229"/>
                <a:gridCol w="3558578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Aogubio (Xi'an)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aogubio.com/dietary-supple…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OEM multivitamin capsule (B12, Mg-glycinate, K2 MK-7, D3, B-complex blend)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Xi'an-based China OEM. Hits both gates (MOQ 100 AND total &lt;$250). Custom GLP-1 blend spec'd by buyer; 2-4 wk lead. Lab COA per batch; ISO + GMP cert.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Nutribl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nutribl.com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Stock multivitamin capsule (120+ blends with B-complex, Mg, D3); private label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Lowest MOQ in market (10 units, stock formulas). UK-based; pricing behind login. Custom blends jump to £4-10K formulation cost. Stock blend works for MVP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>
                          <a:solidFill>
                            <a:srgbClr val="1A1512"/>
                          </a:solidFill>
                          <a:latin typeface="IBM Plex Sans"/>
                        </a:rPr>
                        <a:t>Multivitamin capsule (250+ stock blends incl. B-complex + Mg + electrolytes)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$108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Stock blends only at 48 MOQ; custom GLP-1-targeted blend jumps to 1,000+ MOQ. Same supplier as hair-loss section if bundle SKUs.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71/100 · MOQ 100 · $1.75/unit · total $175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06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Cross-cutting recommendations.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1091672" cy="26060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SUPPLIER PER CATEGORY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4884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2860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Ozempic Face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84/100  ·  MOQ 10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Halitosis ("Ozempic breath")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78/100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Hair Loss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72/100  ·  MOQ 50  ·  total $225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Nausea   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82/100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Nutrient Depletion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71/100  ·  MOQ 100  ·  total $175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26280"/>
            <a:ext cx="11091672" cy="182880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IMMEDIATE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98348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5102352"/>
            <a:ext cx="106070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1.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Send the RFQ template (in AFTER_supplier_directory_v1.xlsx Sheet 5) to all 5 lead suppliers this week.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2.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Negotiate sample units (3–5 per SKU) for in-house QC before committing to MOQ runs.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3.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Lock packaging + label artwork with the brand designer before the first PO — fastest path to shippable inventory.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4.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Stand up a single shared Aplomb spec sheet (target ingredients, INCI, GMP cert, lab COA requirements) for every supplier.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